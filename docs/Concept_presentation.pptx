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>
        <p:scale>
          <a:sx n="116" d="100"/>
          <a:sy n="116" d="100"/>
        </p:scale>
        <p:origin x="102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3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7DE1CA-25A3-4626-8323-8AA05FAEB59F}" type="doc">
      <dgm:prSet loTypeId="urn:microsoft.com/office/officeart/2005/8/layout/hList6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D5CF550-4FEE-42AC-BA8F-8CE7EC76C554}">
      <dgm:prSet/>
      <dgm:spPr/>
      <dgm:t>
        <a:bodyPr/>
        <a:lstStyle/>
        <a:p>
          <a:r>
            <a:rPr lang="en-GB" dirty="0"/>
            <a:t>User Input</a:t>
          </a:r>
          <a:endParaRPr lang="en-US" dirty="0"/>
        </a:p>
      </dgm:t>
    </dgm:pt>
    <dgm:pt modelId="{0F6B2D0A-4A8A-4B0C-9991-14419C2B9FF3}" type="parTrans" cxnId="{77B9F7E4-C0C4-4BE4-BD8B-6423F89964AC}">
      <dgm:prSet/>
      <dgm:spPr/>
      <dgm:t>
        <a:bodyPr/>
        <a:lstStyle/>
        <a:p>
          <a:endParaRPr lang="en-US"/>
        </a:p>
      </dgm:t>
    </dgm:pt>
    <dgm:pt modelId="{CE70F5C8-4B90-49EF-945F-87B26016C58D}" type="sibTrans" cxnId="{77B9F7E4-C0C4-4BE4-BD8B-6423F89964AC}">
      <dgm:prSet/>
      <dgm:spPr/>
      <dgm:t>
        <a:bodyPr/>
        <a:lstStyle/>
        <a:p>
          <a:endParaRPr lang="en-US"/>
        </a:p>
      </dgm:t>
    </dgm:pt>
    <dgm:pt modelId="{225A34C3-4361-4FAD-AA49-F50FA5E5DFE0}">
      <dgm:prSet/>
      <dgm:spPr/>
      <dgm:t>
        <a:bodyPr/>
        <a:lstStyle/>
        <a:p>
          <a:r>
            <a:rPr lang="en-GB" dirty="0" err="1"/>
            <a:t>Groq</a:t>
          </a:r>
          <a:r>
            <a:rPr lang="en-GB" dirty="0"/>
            <a:t> AI (Whisper-Large für STT)</a:t>
          </a:r>
          <a:endParaRPr lang="en-US" dirty="0"/>
        </a:p>
      </dgm:t>
    </dgm:pt>
    <dgm:pt modelId="{517275C4-0198-47A2-A60D-BFB5A00E67D0}" type="parTrans" cxnId="{486B184C-3A92-441A-BB88-52C96437FE7F}">
      <dgm:prSet/>
      <dgm:spPr/>
      <dgm:t>
        <a:bodyPr/>
        <a:lstStyle/>
        <a:p>
          <a:endParaRPr lang="en-US"/>
        </a:p>
      </dgm:t>
    </dgm:pt>
    <dgm:pt modelId="{7BC1F7DB-216E-429A-A17E-4CED852C08D5}" type="sibTrans" cxnId="{486B184C-3A92-441A-BB88-52C96437FE7F}">
      <dgm:prSet/>
      <dgm:spPr/>
      <dgm:t>
        <a:bodyPr/>
        <a:lstStyle/>
        <a:p>
          <a:endParaRPr lang="en-US"/>
        </a:p>
      </dgm:t>
    </dgm:pt>
    <dgm:pt modelId="{D5D67524-3570-4647-8405-4334CD284133}">
      <dgm:prSet/>
      <dgm:spPr/>
      <dgm:t>
        <a:bodyPr/>
        <a:lstStyle/>
        <a:p>
          <a:r>
            <a:rPr lang="en-GB" dirty="0"/>
            <a:t>Llama3.3 70b für </a:t>
          </a:r>
          <a:r>
            <a:rPr lang="en-GB" dirty="0" err="1"/>
            <a:t>semantische</a:t>
          </a:r>
          <a:r>
            <a:rPr lang="en-GB" dirty="0"/>
            <a:t> Analyse</a:t>
          </a:r>
          <a:endParaRPr lang="en-US" dirty="0"/>
        </a:p>
      </dgm:t>
    </dgm:pt>
    <dgm:pt modelId="{64FCBB5A-6DE4-4F61-B7D8-D42FD73F215D}" type="parTrans" cxnId="{C06A87EB-8B2B-41FD-AF37-0F16A77E286E}">
      <dgm:prSet/>
      <dgm:spPr/>
      <dgm:t>
        <a:bodyPr/>
        <a:lstStyle/>
        <a:p>
          <a:endParaRPr lang="en-US"/>
        </a:p>
      </dgm:t>
    </dgm:pt>
    <dgm:pt modelId="{E0470548-B5CF-402F-97D8-C3EC515AAFAA}" type="sibTrans" cxnId="{C06A87EB-8B2B-41FD-AF37-0F16A77E286E}">
      <dgm:prSet/>
      <dgm:spPr/>
      <dgm:t>
        <a:bodyPr/>
        <a:lstStyle/>
        <a:p>
          <a:endParaRPr lang="en-US"/>
        </a:p>
      </dgm:t>
    </dgm:pt>
    <dgm:pt modelId="{92FF9449-A242-4394-B5EB-806FC9F4ABBC}">
      <dgm:prSet/>
      <dgm:spPr/>
      <dgm:t>
        <a:bodyPr/>
        <a:lstStyle/>
        <a:p>
          <a:r>
            <a:rPr lang="en-GB"/>
            <a:t>Supabase für Datenspeicherung </a:t>
          </a:r>
          <a:endParaRPr lang="en-US"/>
        </a:p>
      </dgm:t>
    </dgm:pt>
    <dgm:pt modelId="{5F33266E-3BB7-4EB6-9D78-C816ACF83B7B}" type="parTrans" cxnId="{18D1D086-2496-4499-A8FA-082F9068D5BF}">
      <dgm:prSet/>
      <dgm:spPr/>
      <dgm:t>
        <a:bodyPr/>
        <a:lstStyle/>
        <a:p>
          <a:endParaRPr lang="en-US"/>
        </a:p>
      </dgm:t>
    </dgm:pt>
    <dgm:pt modelId="{16F5D80C-CC65-42F1-BA3C-AAB8FB329296}" type="sibTrans" cxnId="{18D1D086-2496-4499-A8FA-082F9068D5BF}">
      <dgm:prSet/>
      <dgm:spPr/>
      <dgm:t>
        <a:bodyPr/>
        <a:lstStyle/>
        <a:p>
          <a:endParaRPr lang="en-US"/>
        </a:p>
      </dgm:t>
    </dgm:pt>
    <dgm:pt modelId="{97C4D82F-1611-49FB-B459-C07DB54DE587}">
      <dgm:prSet/>
      <dgm:spPr/>
      <dgm:t>
        <a:bodyPr/>
        <a:lstStyle/>
        <a:p>
          <a:r>
            <a:rPr lang="en-GB" dirty="0"/>
            <a:t>Output</a:t>
          </a:r>
          <a:endParaRPr lang="en-US" dirty="0"/>
        </a:p>
      </dgm:t>
    </dgm:pt>
    <dgm:pt modelId="{C179129C-511A-4EB6-A2F0-480C186F55BA}" type="parTrans" cxnId="{1EEE3D7F-B786-4A1F-B061-9575B63AEEB5}">
      <dgm:prSet/>
      <dgm:spPr/>
      <dgm:t>
        <a:bodyPr/>
        <a:lstStyle/>
        <a:p>
          <a:endParaRPr lang="en-US"/>
        </a:p>
      </dgm:t>
    </dgm:pt>
    <dgm:pt modelId="{B93E0B91-A60F-4943-BF56-B8E490587656}" type="sibTrans" cxnId="{1EEE3D7F-B786-4A1F-B061-9575B63AEEB5}">
      <dgm:prSet/>
      <dgm:spPr/>
      <dgm:t>
        <a:bodyPr/>
        <a:lstStyle/>
        <a:p>
          <a:endParaRPr lang="en-US"/>
        </a:p>
      </dgm:t>
    </dgm:pt>
    <dgm:pt modelId="{1D3BD650-89EA-4225-8C5F-59B752EC29B5}">
      <dgm:prSet/>
      <dgm:spPr/>
      <dgm:t>
        <a:bodyPr/>
        <a:lstStyle/>
        <a:p>
          <a:r>
            <a:rPr lang="en-GB" dirty="0" err="1"/>
            <a:t>Streamlit</a:t>
          </a:r>
          <a:r>
            <a:rPr lang="en-GB" dirty="0"/>
            <a:t> UI</a:t>
          </a:r>
          <a:endParaRPr lang="en-US" dirty="0"/>
        </a:p>
      </dgm:t>
    </dgm:pt>
    <dgm:pt modelId="{24B70A62-97F0-42C7-A41D-B44989A57C61}" type="parTrans" cxnId="{C4E02B2C-25D9-4F30-8797-902E77492D7C}">
      <dgm:prSet/>
      <dgm:spPr/>
      <dgm:t>
        <a:bodyPr/>
        <a:lstStyle/>
        <a:p>
          <a:endParaRPr lang="LID4096"/>
        </a:p>
      </dgm:t>
    </dgm:pt>
    <dgm:pt modelId="{96A2CA2C-3233-4FDA-957F-44D10B68046E}" type="sibTrans" cxnId="{C4E02B2C-25D9-4F30-8797-902E77492D7C}">
      <dgm:prSet/>
      <dgm:spPr/>
      <dgm:t>
        <a:bodyPr/>
        <a:lstStyle/>
        <a:p>
          <a:endParaRPr lang="LID4096"/>
        </a:p>
      </dgm:t>
    </dgm:pt>
    <dgm:pt modelId="{DF2C30CB-E015-406C-B2E6-E31DA278BF6E}" type="pres">
      <dgm:prSet presAssocID="{877DE1CA-25A3-4626-8323-8AA05FAEB59F}" presName="Name0" presStyleCnt="0">
        <dgm:presLayoutVars>
          <dgm:dir/>
          <dgm:resizeHandles val="exact"/>
        </dgm:presLayoutVars>
      </dgm:prSet>
      <dgm:spPr/>
    </dgm:pt>
    <dgm:pt modelId="{17F2F626-64C4-4E99-8A1A-63B669781CCA}" type="pres">
      <dgm:prSet presAssocID="{2D5CF550-4FEE-42AC-BA8F-8CE7EC76C554}" presName="node" presStyleLbl="node1" presStyleIdx="0" presStyleCnt="6">
        <dgm:presLayoutVars>
          <dgm:bulletEnabled val="1"/>
        </dgm:presLayoutVars>
      </dgm:prSet>
      <dgm:spPr/>
    </dgm:pt>
    <dgm:pt modelId="{862F16FC-C970-47EB-91E5-C2822D309234}" type="pres">
      <dgm:prSet presAssocID="{CE70F5C8-4B90-49EF-945F-87B26016C58D}" presName="sibTrans" presStyleCnt="0"/>
      <dgm:spPr/>
    </dgm:pt>
    <dgm:pt modelId="{24E4B390-B070-4B01-B1C8-BB6E6030A606}" type="pres">
      <dgm:prSet presAssocID="{1D3BD650-89EA-4225-8C5F-59B752EC29B5}" presName="node" presStyleLbl="node1" presStyleIdx="1" presStyleCnt="6">
        <dgm:presLayoutVars>
          <dgm:bulletEnabled val="1"/>
        </dgm:presLayoutVars>
      </dgm:prSet>
      <dgm:spPr/>
    </dgm:pt>
    <dgm:pt modelId="{2E68FC82-4489-49A6-B0E1-CC46A8978288}" type="pres">
      <dgm:prSet presAssocID="{96A2CA2C-3233-4FDA-957F-44D10B68046E}" presName="sibTrans" presStyleCnt="0"/>
      <dgm:spPr/>
    </dgm:pt>
    <dgm:pt modelId="{2D728F98-3778-455C-ADE8-7A297911D568}" type="pres">
      <dgm:prSet presAssocID="{225A34C3-4361-4FAD-AA49-F50FA5E5DFE0}" presName="node" presStyleLbl="node1" presStyleIdx="2" presStyleCnt="6">
        <dgm:presLayoutVars>
          <dgm:bulletEnabled val="1"/>
        </dgm:presLayoutVars>
      </dgm:prSet>
      <dgm:spPr/>
    </dgm:pt>
    <dgm:pt modelId="{4CD0FBC0-289E-4D85-B7C5-E15EF42CC5F1}" type="pres">
      <dgm:prSet presAssocID="{7BC1F7DB-216E-429A-A17E-4CED852C08D5}" presName="sibTrans" presStyleCnt="0"/>
      <dgm:spPr/>
    </dgm:pt>
    <dgm:pt modelId="{DFBCA8CC-4A45-4472-88C8-F9F623EA4E87}" type="pres">
      <dgm:prSet presAssocID="{D5D67524-3570-4647-8405-4334CD284133}" presName="node" presStyleLbl="node1" presStyleIdx="3" presStyleCnt="6">
        <dgm:presLayoutVars>
          <dgm:bulletEnabled val="1"/>
        </dgm:presLayoutVars>
      </dgm:prSet>
      <dgm:spPr/>
    </dgm:pt>
    <dgm:pt modelId="{E3904CCB-496B-45E1-BB28-CAC90F84477B}" type="pres">
      <dgm:prSet presAssocID="{E0470548-B5CF-402F-97D8-C3EC515AAFAA}" presName="sibTrans" presStyleCnt="0"/>
      <dgm:spPr/>
    </dgm:pt>
    <dgm:pt modelId="{F055DA6A-3204-4BB1-8A50-FE4321A6AC26}" type="pres">
      <dgm:prSet presAssocID="{92FF9449-A242-4394-B5EB-806FC9F4ABBC}" presName="node" presStyleLbl="node1" presStyleIdx="4" presStyleCnt="6">
        <dgm:presLayoutVars>
          <dgm:bulletEnabled val="1"/>
        </dgm:presLayoutVars>
      </dgm:prSet>
      <dgm:spPr/>
    </dgm:pt>
    <dgm:pt modelId="{0AC7E20D-8A6D-4E75-89FE-212FD857AC03}" type="pres">
      <dgm:prSet presAssocID="{16F5D80C-CC65-42F1-BA3C-AAB8FB329296}" presName="sibTrans" presStyleCnt="0"/>
      <dgm:spPr/>
    </dgm:pt>
    <dgm:pt modelId="{2B876386-2D9B-49F3-92CA-8B948ED4E0C8}" type="pres">
      <dgm:prSet presAssocID="{97C4D82F-1611-49FB-B459-C07DB54DE587}" presName="node" presStyleLbl="node1" presStyleIdx="5" presStyleCnt="6">
        <dgm:presLayoutVars>
          <dgm:bulletEnabled val="1"/>
        </dgm:presLayoutVars>
      </dgm:prSet>
      <dgm:spPr/>
    </dgm:pt>
  </dgm:ptLst>
  <dgm:cxnLst>
    <dgm:cxn modelId="{C4E02B2C-25D9-4F30-8797-902E77492D7C}" srcId="{877DE1CA-25A3-4626-8323-8AA05FAEB59F}" destId="{1D3BD650-89EA-4225-8C5F-59B752EC29B5}" srcOrd="1" destOrd="0" parTransId="{24B70A62-97F0-42C7-A41D-B44989A57C61}" sibTransId="{96A2CA2C-3233-4FDA-957F-44D10B68046E}"/>
    <dgm:cxn modelId="{1AF8A544-DDEE-4917-BF24-93B8349CFEEA}" type="presOf" srcId="{1D3BD650-89EA-4225-8C5F-59B752EC29B5}" destId="{24E4B390-B070-4B01-B1C8-BB6E6030A606}" srcOrd="0" destOrd="0" presId="urn:microsoft.com/office/officeart/2005/8/layout/hList6"/>
    <dgm:cxn modelId="{486B184C-3A92-441A-BB88-52C96437FE7F}" srcId="{877DE1CA-25A3-4626-8323-8AA05FAEB59F}" destId="{225A34C3-4361-4FAD-AA49-F50FA5E5DFE0}" srcOrd="2" destOrd="0" parTransId="{517275C4-0198-47A2-A60D-BFB5A00E67D0}" sibTransId="{7BC1F7DB-216E-429A-A17E-4CED852C08D5}"/>
    <dgm:cxn modelId="{D8E13E6C-0849-4A51-96F2-CC994A59A103}" type="presOf" srcId="{2D5CF550-4FEE-42AC-BA8F-8CE7EC76C554}" destId="{17F2F626-64C4-4E99-8A1A-63B669781CCA}" srcOrd="0" destOrd="0" presId="urn:microsoft.com/office/officeart/2005/8/layout/hList6"/>
    <dgm:cxn modelId="{674F8C6D-2562-4A10-9592-A2CA9BC254BB}" type="presOf" srcId="{D5D67524-3570-4647-8405-4334CD284133}" destId="{DFBCA8CC-4A45-4472-88C8-F9F623EA4E87}" srcOrd="0" destOrd="0" presId="urn:microsoft.com/office/officeart/2005/8/layout/hList6"/>
    <dgm:cxn modelId="{94FD7353-39CB-4EB7-85E5-18C0544DD4E8}" type="presOf" srcId="{225A34C3-4361-4FAD-AA49-F50FA5E5DFE0}" destId="{2D728F98-3778-455C-ADE8-7A297911D568}" srcOrd="0" destOrd="0" presId="urn:microsoft.com/office/officeart/2005/8/layout/hList6"/>
    <dgm:cxn modelId="{1EEE3D7F-B786-4A1F-B061-9575B63AEEB5}" srcId="{877DE1CA-25A3-4626-8323-8AA05FAEB59F}" destId="{97C4D82F-1611-49FB-B459-C07DB54DE587}" srcOrd="5" destOrd="0" parTransId="{C179129C-511A-4EB6-A2F0-480C186F55BA}" sibTransId="{B93E0B91-A60F-4943-BF56-B8E490587656}"/>
    <dgm:cxn modelId="{18D1D086-2496-4499-A8FA-082F9068D5BF}" srcId="{877DE1CA-25A3-4626-8323-8AA05FAEB59F}" destId="{92FF9449-A242-4394-B5EB-806FC9F4ABBC}" srcOrd="4" destOrd="0" parTransId="{5F33266E-3BB7-4EB6-9D78-C816ACF83B7B}" sibTransId="{16F5D80C-CC65-42F1-BA3C-AAB8FB329296}"/>
    <dgm:cxn modelId="{E8254187-1C85-47EE-98BE-B74BCDB84611}" type="presOf" srcId="{97C4D82F-1611-49FB-B459-C07DB54DE587}" destId="{2B876386-2D9B-49F3-92CA-8B948ED4E0C8}" srcOrd="0" destOrd="0" presId="urn:microsoft.com/office/officeart/2005/8/layout/hList6"/>
    <dgm:cxn modelId="{343EFAB2-C768-49B0-A9E9-2DFE61F6C2D2}" type="presOf" srcId="{92FF9449-A242-4394-B5EB-806FC9F4ABBC}" destId="{F055DA6A-3204-4BB1-8A50-FE4321A6AC26}" srcOrd="0" destOrd="0" presId="urn:microsoft.com/office/officeart/2005/8/layout/hList6"/>
    <dgm:cxn modelId="{6C34E2D1-8333-4AE4-B815-93F7FF53D87D}" type="presOf" srcId="{877DE1CA-25A3-4626-8323-8AA05FAEB59F}" destId="{DF2C30CB-E015-406C-B2E6-E31DA278BF6E}" srcOrd="0" destOrd="0" presId="urn:microsoft.com/office/officeart/2005/8/layout/hList6"/>
    <dgm:cxn modelId="{77B9F7E4-C0C4-4BE4-BD8B-6423F89964AC}" srcId="{877DE1CA-25A3-4626-8323-8AA05FAEB59F}" destId="{2D5CF550-4FEE-42AC-BA8F-8CE7EC76C554}" srcOrd="0" destOrd="0" parTransId="{0F6B2D0A-4A8A-4B0C-9991-14419C2B9FF3}" sibTransId="{CE70F5C8-4B90-49EF-945F-87B26016C58D}"/>
    <dgm:cxn modelId="{C06A87EB-8B2B-41FD-AF37-0F16A77E286E}" srcId="{877DE1CA-25A3-4626-8323-8AA05FAEB59F}" destId="{D5D67524-3570-4647-8405-4334CD284133}" srcOrd="3" destOrd="0" parTransId="{64FCBB5A-6DE4-4F61-B7D8-D42FD73F215D}" sibTransId="{E0470548-B5CF-402F-97D8-C3EC515AAFAA}"/>
    <dgm:cxn modelId="{9B574819-BF62-4BBE-A2EA-7D937B2B595A}" type="presParOf" srcId="{DF2C30CB-E015-406C-B2E6-E31DA278BF6E}" destId="{17F2F626-64C4-4E99-8A1A-63B669781CCA}" srcOrd="0" destOrd="0" presId="urn:microsoft.com/office/officeart/2005/8/layout/hList6"/>
    <dgm:cxn modelId="{C5302AB1-3B71-4AF0-8486-57E7F2E6C60B}" type="presParOf" srcId="{DF2C30CB-E015-406C-B2E6-E31DA278BF6E}" destId="{862F16FC-C970-47EB-91E5-C2822D309234}" srcOrd="1" destOrd="0" presId="urn:microsoft.com/office/officeart/2005/8/layout/hList6"/>
    <dgm:cxn modelId="{B5D7C55E-61A4-4F65-9674-F2A87A95FC1B}" type="presParOf" srcId="{DF2C30CB-E015-406C-B2E6-E31DA278BF6E}" destId="{24E4B390-B070-4B01-B1C8-BB6E6030A606}" srcOrd="2" destOrd="0" presId="urn:microsoft.com/office/officeart/2005/8/layout/hList6"/>
    <dgm:cxn modelId="{E0115E13-DA35-49CA-872B-466B65AD54A2}" type="presParOf" srcId="{DF2C30CB-E015-406C-B2E6-E31DA278BF6E}" destId="{2E68FC82-4489-49A6-B0E1-CC46A8978288}" srcOrd="3" destOrd="0" presId="urn:microsoft.com/office/officeart/2005/8/layout/hList6"/>
    <dgm:cxn modelId="{F7D686D4-8C59-440F-9E3B-B1B4CAB1BEC0}" type="presParOf" srcId="{DF2C30CB-E015-406C-B2E6-E31DA278BF6E}" destId="{2D728F98-3778-455C-ADE8-7A297911D568}" srcOrd="4" destOrd="0" presId="urn:microsoft.com/office/officeart/2005/8/layout/hList6"/>
    <dgm:cxn modelId="{2A95B96D-5467-4AA2-A67E-BC4EDB2684FD}" type="presParOf" srcId="{DF2C30CB-E015-406C-B2E6-E31DA278BF6E}" destId="{4CD0FBC0-289E-4D85-B7C5-E15EF42CC5F1}" srcOrd="5" destOrd="0" presId="urn:microsoft.com/office/officeart/2005/8/layout/hList6"/>
    <dgm:cxn modelId="{B9AE8C62-6C4E-4570-98F8-1997E0473AEC}" type="presParOf" srcId="{DF2C30CB-E015-406C-B2E6-E31DA278BF6E}" destId="{DFBCA8CC-4A45-4472-88C8-F9F623EA4E87}" srcOrd="6" destOrd="0" presId="urn:microsoft.com/office/officeart/2005/8/layout/hList6"/>
    <dgm:cxn modelId="{FAFA2639-59B2-47FA-95B8-1EA9708362F4}" type="presParOf" srcId="{DF2C30CB-E015-406C-B2E6-E31DA278BF6E}" destId="{E3904CCB-496B-45E1-BB28-CAC90F84477B}" srcOrd="7" destOrd="0" presId="urn:microsoft.com/office/officeart/2005/8/layout/hList6"/>
    <dgm:cxn modelId="{95406812-1E39-4DC5-8C10-EC93E7345628}" type="presParOf" srcId="{DF2C30CB-E015-406C-B2E6-E31DA278BF6E}" destId="{F055DA6A-3204-4BB1-8A50-FE4321A6AC26}" srcOrd="8" destOrd="0" presId="urn:microsoft.com/office/officeart/2005/8/layout/hList6"/>
    <dgm:cxn modelId="{0ECC6547-E116-47F7-B40E-EFA70FDB55D5}" type="presParOf" srcId="{DF2C30CB-E015-406C-B2E6-E31DA278BF6E}" destId="{0AC7E20D-8A6D-4E75-89FE-212FD857AC03}" srcOrd="9" destOrd="0" presId="urn:microsoft.com/office/officeart/2005/8/layout/hList6"/>
    <dgm:cxn modelId="{28A9C766-297F-44D1-85FB-18D6409C665B}" type="presParOf" srcId="{DF2C30CB-E015-406C-B2E6-E31DA278BF6E}" destId="{2B876386-2D9B-49F3-92CA-8B948ED4E0C8}" srcOrd="1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2F626-64C4-4E99-8A1A-63B669781CCA}">
      <dsp:nvSpPr>
        <dsp:cNvPr id="0" name=""/>
        <dsp:cNvSpPr/>
      </dsp:nvSpPr>
      <dsp:spPr>
        <a:xfrm rot="16200000">
          <a:off x="-1380939" y="1385359"/>
          <a:ext cx="4516749" cy="1746030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0" rIns="97861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User Input</a:t>
          </a:r>
          <a:endParaRPr lang="en-US" sz="1500" kern="1200" dirty="0"/>
        </a:p>
      </dsp:txBody>
      <dsp:txXfrm rot="5400000">
        <a:off x="4420" y="903350"/>
        <a:ext cx="1746030" cy="2710049"/>
      </dsp:txXfrm>
    </dsp:sp>
    <dsp:sp modelId="{24E4B390-B070-4B01-B1C8-BB6E6030A606}">
      <dsp:nvSpPr>
        <dsp:cNvPr id="0" name=""/>
        <dsp:cNvSpPr/>
      </dsp:nvSpPr>
      <dsp:spPr>
        <a:xfrm rot="16200000">
          <a:off x="496043" y="1385359"/>
          <a:ext cx="4516749" cy="1746030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0" rIns="97861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 err="1"/>
            <a:t>Streamlit</a:t>
          </a:r>
          <a:r>
            <a:rPr lang="en-GB" sz="1500" kern="1200" dirty="0"/>
            <a:t> UI</a:t>
          </a:r>
          <a:endParaRPr lang="en-US" sz="1500" kern="1200" dirty="0"/>
        </a:p>
      </dsp:txBody>
      <dsp:txXfrm rot="5400000">
        <a:off x="1881402" y="903350"/>
        <a:ext cx="1746030" cy="2710049"/>
      </dsp:txXfrm>
    </dsp:sp>
    <dsp:sp modelId="{2D728F98-3778-455C-ADE8-7A297911D568}">
      <dsp:nvSpPr>
        <dsp:cNvPr id="0" name=""/>
        <dsp:cNvSpPr/>
      </dsp:nvSpPr>
      <dsp:spPr>
        <a:xfrm rot="16200000">
          <a:off x="2373026" y="1385359"/>
          <a:ext cx="4516749" cy="1746030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0" rIns="97861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 err="1"/>
            <a:t>Groq</a:t>
          </a:r>
          <a:r>
            <a:rPr lang="en-GB" sz="1500" kern="1200" dirty="0"/>
            <a:t> AI (Whisper-Large für STT)</a:t>
          </a:r>
          <a:endParaRPr lang="en-US" sz="1500" kern="1200" dirty="0"/>
        </a:p>
      </dsp:txBody>
      <dsp:txXfrm rot="5400000">
        <a:off x="3758385" y="903350"/>
        <a:ext cx="1746030" cy="2710049"/>
      </dsp:txXfrm>
    </dsp:sp>
    <dsp:sp modelId="{DFBCA8CC-4A45-4472-88C8-F9F623EA4E87}">
      <dsp:nvSpPr>
        <dsp:cNvPr id="0" name=""/>
        <dsp:cNvSpPr/>
      </dsp:nvSpPr>
      <dsp:spPr>
        <a:xfrm rot="16200000">
          <a:off x="4250008" y="1385359"/>
          <a:ext cx="4516749" cy="1746030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0" rIns="97861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Llama3.3 70b für </a:t>
          </a:r>
          <a:r>
            <a:rPr lang="en-GB" sz="1500" kern="1200" dirty="0" err="1"/>
            <a:t>semantische</a:t>
          </a:r>
          <a:r>
            <a:rPr lang="en-GB" sz="1500" kern="1200" dirty="0"/>
            <a:t> Analyse</a:t>
          </a:r>
          <a:endParaRPr lang="en-US" sz="1500" kern="1200" dirty="0"/>
        </a:p>
      </dsp:txBody>
      <dsp:txXfrm rot="5400000">
        <a:off x="5635367" y="903350"/>
        <a:ext cx="1746030" cy="2710049"/>
      </dsp:txXfrm>
    </dsp:sp>
    <dsp:sp modelId="{F055DA6A-3204-4BB1-8A50-FE4321A6AC26}">
      <dsp:nvSpPr>
        <dsp:cNvPr id="0" name=""/>
        <dsp:cNvSpPr/>
      </dsp:nvSpPr>
      <dsp:spPr>
        <a:xfrm rot="16200000">
          <a:off x="6126991" y="1385359"/>
          <a:ext cx="4516749" cy="1746030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0" rIns="97861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Supabase für Datenspeicherung </a:t>
          </a:r>
          <a:endParaRPr lang="en-US" sz="1500" kern="1200"/>
        </a:p>
      </dsp:txBody>
      <dsp:txXfrm rot="5400000">
        <a:off x="7512350" y="903350"/>
        <a:ext cx="1746030" cy="2710049"/>
      </dsp:txXfrm>
    </dsp:sp>
    <dsp:sp modelId="{2B876386-2D9B-49F3-92CA-8B948ED4E0C8}">
      <dsp:nvSpPr>
        <dsp:cNvPr id="0" name=""/>
        <dsp:cNvSpPr/>
      </dsp:nvSpPr>
      <dsp:spPr>
        <a:xfrm rot="16200000">
          <a:off x="8003974" y="1385359"/>
          <a:ext cx="4516749" cy="1746030"/>
        </a:xfrm>
        <a:prstGeom prst="flowChartManualOperati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0" rIns="97861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Output</a:t>
          </a:r>
          <a:endParaRPr lang="en-US" sz="1500" kern="1200" dirty="0"/>
        </a:p>
      </dsp:txBody>
      <dsp:txXfrm rot="5400000">
        <a:off x="9389333" y="903350"/>
        <a:ext cx="1746030" cy="2710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21.03.2026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21.03.2026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9" y="1571812"/>
            <a:ext cx="711813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5091"/>
            <a:ext cx="1932056" cy="1367992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56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0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T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7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26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51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SOW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3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08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5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6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48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M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8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0" name="Grafik 29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3" y="6351235"/>
            <a:ext cx="2717806" cy="320399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0" r:id="rId2"/>
    <p:sldLayoutId id="2147483683" r:id="rId3"/>
    <p:sldLayoutId id="2147483669" r:id="rId4"/>
    <p:sldLayoutId id="2147483670" r:id="rId5"/>
    <p:sldLayoutId id="2147483666" r:id="rId6"/>
    <p:sldLayoutId id="2147483677" r:id="rId7"/>
    <p:sldLayoutId id="2147483662" r:id="rId8"/>
    <p:sldLayoutId id="2147483664" r:id="rId9"/>
    <p:sldLayoutId id="2147483671" r:id="rId10"/>
    <p:sldLayoutId id="2147483672" r:id="rId11"/>
    <p:sldLayoutId id="2147483673" r:id="rId12"/>
    <p:sldLayoutId id="2147483675" r:id="rId13"/>
    <p:sldLayoutId id="2147483674" r:id="rId14"/>
    <p:sldLayoutId id="2147483678" r:id="rId15"/>
    <p:sldLayoutId id="2147483679" r:id="rId16"/>
    <p:sldLayoutId id="2147483681" r:id="rId17"/>
    <p:sldLayoutId id="2147483682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</p:sldLayoutIdLst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58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28C5E49-9438-52C9-E171-961E6CB123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Team 2 – Isaac Davila-Mendez, Adem </a:t>
            </a:r>
            <a:r>
              <a:rPr lang="en-GB" dirty="0" err="1"/>
              <a:t>Kheribi</a:t>
            </a:r>
            <a:r>
              <a:rPr lang="en-GB" dirty="0"/>
              <a:t>, Elias , Paul Traxler, Jason Sajovic</a:t>
            </a:r>
            <a:endParaRPr lang="LID4096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1C1B4B-B449-C9D6-9124-6F6E7918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Transcriber</a:t>
            </a:r>
            <a:endParaRPr lang="LID4096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2CE3511-5C8F-C1A4-3A22-6EAC84153D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6C659D-7DBB-08C4-BDD3-CF6C44FEE9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474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FE88-78A0-DD2F-9845-9FEFA537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Zielsetzung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824BD-B464-1488-7619-DF255753F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Upload </a:t>
            </a:r>
            <a:r>
              <a:rPr lang="en-GB" dirty="0" err="1"/>
              <a:t>einer</a:t>
            </a:r>
            <a:r>
              <a:rPr lang="en-GB" dirty="0"/>
              <a:t> Audio-</a:t>
            </a:r>
            <a:r>
              <a:rPr lang="en-GB" dirty="0" err="1"/>
              <a:t>Datei</a:t>
            </a:r>
            <a:r>
              <a:rPr lang="en-GB" dirty="0"/>
              <a:t> &amp; </a:t>
            </a:r>
            <a:r>
              <a:rPr lang="en-GB" dirty="0" err="1"/>
              <a:t>Zielangabe</a:t>
            </a:r>
            <a:r>
              <a:rPr lang="en-GB" dirty="0"/>
              <a:t> </a:t>
            </a:r>
            <a:r>
              <a:rPr lang="en-GB" dirty="0" err="1"/>
              <a:t>mittels</a:t>
            </a:r>
            <a:r>
              <a:rPr lang="en-GB" dirty="0"/>
              <a:t> Dropdown:</a:t>
            </a:r>
          </a:p>
          <a:p>
            <a:pPr lvl="1"/>
            <a:r>
              <a:rPr lang="en-GB" dirty="0" err="1"/>
              <a:t>Transkribieren</a:t>
            </a:r>
            <a:endParaRPr lang="en-GB" dirty="0"/>
          </a:p>
          <a:p>
            <a:pPr lvl="1"/>
            <a:r>
              <a:rPr lang="en-GB" dirty="0" err="1"/>
              <a:t>Zusammenfassung</a:t>
            </a:r>
            <a:r>
              <a:rPr lang="en-GB" dirty="0"/>
              <a:t> </a:t>
            </a:r>
            <a:r>
              <a:rPr lang="en-GB" dirty="0" err="1"/>
              <a:t>erstellen</a:t>
            </a:r>
            <a:endParaRPr lang="en-GB" dirty="0"/>
          </a:p>
          <a:p>
            <a:pPr lvl="1"/>
            <a:r>
              <a:rPr lang="en-GB" dirty="0" err="1"/>
              <a:t>Wichtige</a:t>
            </a:r>
            <a:r>
              <a:rPr lang="en-GB" dirty="0"/>
              <a:t> </a:t>
            </a:r>
            <a:r>
              <a:rPr lang="en-GB" dirty="0" err="1"/>
              <a:t>Gesprächspunkte</a:t>
            </a:r>
            <a:r>
              <a:rPr lang="en-GB" dirty="0"/>
              <a:t> </a:t>
            </a:r>
            <a:r>
              <a:rPr lang="en-GB" dirty="0" err="1"/>
              <a:t>identifizieren</a:t>
            </a:r>
            <a:endParaRPr lang="en-GB" dirty="0"/>
          </a:p>
          <a:p>
            <a:pPr lvl="1"/>
            <a:r>
              <a:rPr lang="en-GB" dirty="0"/>
              <a:t>…</a:t>
            </a:r>
          </a:p>
          <a:p>
            <a:endParaRPr lang="en-GB" dirty="0"/>
          </a:p>
          <a:p>
            <a:r>
              <a:rPr lang="en-GB" dirty="0" err="1"/>
              <a:t>Entwicklung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Webapp </a:t>
            </a:r>
            <a:r>
              <a:rPr lang="en-GB" dirty="0" err="1"/>
              <a:t>mittels</a:t>
            </a:r>
            <a:r>
              <a:rPr lang="en-GB" dirty="0"/>
              <a:t> Python, um Audio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intelligenten</a:t>
            </a:r>
            <a:r>
              <a:rPr lang="en-GB" dirty="0"/>
              <a:t>, </a:t>
            </a:r>
            <a:r>
              <a:rPr lang="en-GB" dirty="0" err="1"/>
              <a:t>formatierten</a:t>
            </a:r>
            <a:r>
              <a:rPr lang="en-GB" dirty="0"/>
              <a:t> Output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transformieren</a:t>
            </a:r>
            <a:endParaRPr lang="en-GB" dirty="0"/>
          </a:p>
          <a:p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03004-6CA0-96BA-8E30-7C0A15974DE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973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C24D-A92C-A00C-D38A-3DC023A5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Architekturkonzept</a:t>
            </a:r>
            <a:endParaRPr lang="LID4096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318E76F-4576-0A31-D152-A2CE9F203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474687"/>
              </p:ext>
            </p:extLst>
          </p:nvPr>
        </p:nvGraphicFramePr>
        <p:xfrm>
          <a:off x="471542" y="1621584"/>
          <a:ext cx="11139784" cy="4516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E9E88-E5AB-FB51-AB96-628FB3C0D47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3735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6A63-138E-29FF-0475-C69A5BCE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Input/</a:t>
            </a:r>
            <a:r>
              <a:rPr lang="en-GB" dirty="0" err="1"/>
              <a:t>Streamlit</a:t>
            </a:r>
            <a:r>
              <a:rPr lang="en-GB" dirty="0"/>
              <a:t> UI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4628-3B8B-67C2-A3E6-6A9C0643C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Hochladen</a:t>
            </a:r>
            <a:r>
              <a:rPr lang="en-GB" dirty="0"/>
              <a:t> von </a:t>
            </a:r>
            <a:r>
              <a:rPr lang="en-GB" dirty="0" err="1"/>
              <a:t>Audiofiles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Auswahl</a:t>
            </a:r>
            <a:r>
              <a:rPr lang="en-GB" dirty="0"/>
              <a:t> von </a:t>
            </a:r>
            <a:r>
              <a:rPr lang="en-GB" dirty="0" err="1"/>
              <a:t>vordefinierten</a:t>
            </a:r>
            <a:r>
              <a:rPr lang="en-GB" dirty="0"/>
              <a:t> </a:t>
            </a:r>
            <a:r>
              <a:rPr lang="en-GB" dirty="0" err="1"/>
              <a:t>Optionen</a:t>
            </a:r>
            <a:endParaRPr lang="en-GB" dirty="0"/>
          </a:p>
          <a:p>
            <a:endParaRPr lang="en-GB" dirty="0"/>
          </a:p>
          <a:p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0B17F-0223-06E6-4980-7EA3B4C38AE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C7144-382B-2F71-FFE7-AA0B1F85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43" y="3347129"/>
            <a:ext cx="11115914" cy="188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51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14FF-452A-42E2-8D58-511AB8CA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Groq</a:t>
            </a:r>
            <a:r>
              <a:rPr lang="en-GB" dirty="0"/>
              <a:t> AI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CF986-A950-9B70-A668-1F76968FC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Verschiedene</a:t>
            </a:r>
            <a:r>
              <a:rPr lang="en-GB" dirty="0"/>
              <a:t>, </a:t>
            </a:r>
            <a:r>
              <a:rPr lang="en-GB" dirty="0" err="1"/>
              <a:t>relevante</a:t>
            </a:r>
            <a:r>
              <a:rPr lang="en-GB" dirty="0"/>
              <a:t> Modelle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“One-Stop-Shop”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Großzügige Limits </a:t>
            </a:r>
            <a:r>
              <a:rPr lang="en-GB" dirty="0" err="1"/>
              <a:t>im</a:t>
            </a:r>
            <a:r>
              <a:rPr lang="en-GB" dirty="0"/>
              <a:t> Free Tier</a:t>
            </a:r>
          </a:p>
          <a:p>
            <a:pPr lvl="1"/>
            <a:r>
              <a:rPr lang="en-GB" dirty="0"/>
              <a:t>20 Requests/Min für Whisper-Large</a:t>
            </a:r>
          </a:p>
          <a:p>
            <a:pPr lvl="1"/>
            <a:r>
              <a:rPr lang="en-GB" dirty="0"/>
              <a:t>30 Requests/12k Tokens/Min für Llama 3.3 70b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789EE-FA33-B196-E7E7-124F104497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E5D437-752D-E337-CBAF-C94D866A6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754" y="1069938"/>
            <a:ext cx="6558621" cy="374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5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6593-A2B5-1E49-F9F6-DA7BA0EE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Supabase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EC9DF-0BB9-F851-7E80-37B7D8557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Postgres </a:t>
            </a:r>
            <a:r>
              <a:rPr lang="en-GB" dirty="0" err="1"/>
              <a:t>Datenbank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simpler API</a:t>
            </a:r>
          </a:p>
          <a:p>
            <a:endParaRPr lang="en-GB" dirty="0"/>
          </a:p>
          <a:p>
            <a:r>
              <a:rPr lang="en-GB" dirty="0"/>
              <a:t>Python-Library, die </a:t>
            </a:r>
            <a:r>
              <a:rPr lang="en-GB" dirty="0" err="1"/>
              <a:t>wenig</a:t>
            </a:r>
            <a:r>
              <a:rPr lang="en-GB" dirty="0"/>
              <a:t> </a:t>
            </a:r>
            <a:r>
              <a:rPr lang="en-GB" dirty="0" err="1"/>
              <a:t>Konfiguration</a:t>
            </a:r>
            <a:r>
              <a:rPr lang="en-GB" dirty="0"/>
              <a:t> </a:t>
            </a:r>
            <a:r>
              <a:rPr lang="en-GB" dirty="0" err="1"/>
              <a:t>erfordert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Kostenlos</a:t>
            </a:r>
            <a:r>
              <a:rPr lang="en-GB" dirty="0"/>
              <a:t>!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17417-64F3-29E7-6F63-2E4220A945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565D2D-8502-2CB9-7ED0-BCBCA4480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171" y="575031"/>
            <a:ext cx="2647488" cy="558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399E-0607-657C-5D86-5476DD99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80B75-679B-842A-2A93-EAB24C422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Aufbauen</a:t>
            </a:r>
            <a:r>
              <a:rPr lang="en-GB" dirty="0"/>
              <a:t>/</a:t>
            </a:r>
            <a:r>
              <a:rPr lang="en-GB" dirty="0" err="1"/>
              <a:t>Fertigstellen</a:t>
            </a:r>
            <a:r>
              <a:rPr lang="en-GB" dirty="0"/>
              <a:t> der Pipeline</a:t>
            </a:r>
          </a:p>
          <a:p>
            <a:endParaRPr lang="en-GB" dirty="0"/>
          </a:p>
          <a:p>
            <a:r>
              <a:rPr lang="en-GB" dirty="0"/>
              <a:t>Testen in </a:t>
            </a:r>
            <a:r>
              <a:rPr lang="en-GB" dirty="0" err="1"/>
              <a:t>verschiedenen</a:t>
            </a:r>
            <a:r>
              <a:rPr lang="en-GB" dirty="0"/>
              <a:t> </a:t>
            </a:r>
            <a:r>
              <a:rPr lang="en-GB" dirty="0" err="1"/>
              <a:t>Sprachen</a:t>
            </a:r>
            <a:r>
              <a:rPr lang="en-GB" dirty="0"/>
              <a:t> / </a:t>
            </a:r>
            <a:r>
              <a:rPr lang="en-GB" dirty="0" err="1"/>
              <a:t>Audioqualitäten</a:t>
            </a:r>
            <a:r>
              <a:rPr lang="en-GB" dirty="0"/>
              <a:t> / </a:t>
            </a:r>
            <a:r>
              <a:rPr lang="en-GB"/>
              <a:t>Sprachqualitäten</a:t>
            </a:r>
            <a:endParaRPr lang="en-GB" dirty="0"/>
          </a:p>
          <a:p>
            <a:endParaRPr lang="en-GB" dirty="0"/>
          </a:p>
          <a:p>
            <a:r>
              <a:rPr lang="en-GB" dirty="0"/>
              <a:t>Speaker </a:t>
            </a:r>
            <a:r>
              <a:rPr lang="en-GB" dirty="0" err="1"/>
              <a:t>Diarization</a:t>
            </a:r>
            <a:r>
              <a:rPr lang="en-GB" dirty="0"/>
              <a:t> </a:t>
            </a:r>
            <a:r>
              <a:rPr lang="en-GB" dirty="0" err="1"/>
              <a:t>mittels</a:t>
            </a:r>
            <a:r>
              <a:rPr lang="en-GB" dirty="0"/>
              <a:t> </a:t>
            </a:r>
            <a:r>
              <a:rPr lang="en-GB" dirty="0" err="1"/>
              <a:t>pyannote</a:t>
            </a:r>
            <a:r>
              <a:rPr lang="en-GB" dirty="0"/>
              <a:t>/speaker-</a:t>
            </a:r>
            <a:r>
              <a:rPr lang="en-GB" dirty="0" err="1"/>
              <a:t>diarization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</a:t>
            </a:r>
            <a:r>
              <a:rPr lang="en-GB" dirty="0" err="1"/>
              <a:t>Huggingface</a:t>
            </a:r>
            <a:endParaRPr lang="en-GB" dirty="0"/>
          </a:p>
          <a:p>
            <a:endParaRPr lang="en-GB" dirty="0"/>
          </a:p>
          <a:p>
            <a:r>
              <a:rPr lang="en-GB" dirty="0"/>
              <a:t>Refinement und </a:t>
            </a:r>
            <a:r>
              <a:rPr lang="en-GB" dirty="0" err="1"/>
              <a:t>weitere</a:t>
            </a:r>
            <a:r>
              <a:rPr lang="en-GB" dirty="0"/>
              <a:t> Features falls </a:t>
            </a:r>
            <a:r>
              <a:rPr lang="en-GB" dirty="0" err="1"/>
              <a:t>erforderlich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4AAC0-90A2-7CAE-F2AC-EC17770ED6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2794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13AFAC5-D8E8-41C9-B023-C5D9AC48FD0E}" vid="{FA9F25FB-E87D-4462-AB13-B746242A0510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JKU_Praesentation_DE_16_9_2020_01_1_</Template>
  <TotalTime>1265</TotalTime>
  <Words>156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Wingdings</vt:lpstr>
      <vt:lpstr>Wingdings 2</vt:lpstr>
      <vt:lpstr>Office</vt:lpstr>
      <vt:lpstr>PowerPoint Presentation</vt:lpstr>
      <vt:lpstr>Transcriber</vt:lpstr>
      <vt:lpstr>Zielsetzung</vt:lpstr>
      <vt:lpstr>Architekturkonzept</vt:lpstr>
      <vt:lpstr>User Input/Streamlit UI</vt:lpstr>
      <vt:lpstr>Groq AI</vt:lpstr>
      <vt:lpstr>Supabase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Sajovic</dc:creator>
  <cp:lastModifiedBy>Jason Sajovic</cp:lastModifiedBy>
  <cp:revision>1</cp:revision>
  <cp:lastPrinted>2015-10-19T12:36:16Z</cp:lastPrinted>
  <dcterms:created xsi:type="dcterms:W3CDTF">2026-03-21T13:22:23Z</dcterms:created>
  <dcterms:modified xsi:type="dcterms:W3CDTF">2026-03-22T10:27:46Z</dcterms:modified>
</cp:coreProperties>
</file>