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FC3AC4-C3E9-4E97-9F69-C31E4452F7A0}" v="11" dt="2026-03-22T10:35:31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Sajovic" userId="1cc889bff55a8228" providerId="LiveId" clId="{4DE00E38-F02F-4C6B-920B-751FC5AE9438}"/>
    <pc:docChg chg="modSld">
      <pc:chgData name="Jason Sajovic" userId="1cc889bff55a8228" providerId="LiveId" clId="{4DE00E38-F02F-4C6B-920B-751FC5AE9438}" dt="2026-03-22T10:35:31.647" v="37" actId="20578"/>
      <pc:docMkLst>
        <pc:docMk/>
      </pc:docMkLst>
      <pc:sldChg chg="modSp mod">
        <pc:chgData name="Jason Sajovic" userId="1cc889bff55a8228" providerId="LiveId" clId="{4DE00E38-F02F-4C6B-920B-751FC5AE9438}" dt="2026-03-22T10:35:31.647" v="37" actId="20578"/>
        <pc:sldMkLst>
          <pc:docMk/>
          <pc:sldMk cId="714741106" sldId="258"/>
        </pc:sldMkLst>
        <pc:spChg chg="mod">
          <ac:chgData name="Jason Sajovic" userId="1cc889bff55a8228" providerId="LiveId" clId="{4DE00E38-F02F-4C6B-920B-751FC5AE9438}" dt="2026-03-22T10:35:31.647" v="37" actId="20578"/>
          <ac:spMkLst>
            <pc:docMk/>
            <pc:sldMk cId="714741106" sldId="258"/>
            <ac:spMk id="2" creationId="{228C5E49-9438-52C9-E171-961E6CB123F8}"/>
          </ac:spMkLst>
        </pc:spChg>
      </pc:sldChg>
      <pc:sldChg chg="addSp delSp modSp mod">
        <pc:chgData name="Jason Sajovic" userId="1cc889bff55a8228" providerId="LiveId" clId="{4DE00E38-F02F-4C6B-920B-751FC5AE9438}" dt="2026-03-22T10:34:44.546" v="19" actId="1076"/>
        <pc:sldMkLst>
          <pc:docMk/>
          <pc:sldMk cId="2173735379" sldId="261"/>
        </pc:sldMkLst>
        <pc:spChg chg="add del">
          <ac:chgData name="Jason Sajovic" userId="1cc889bff55a8228" providerId="LiveId" clId="{4DE00E38-F02F-4C6B-920B-751FC5AE9438}" dt="2026-03-22T10:33:21.309" v="2" actId="478"/>
          <ac:spMkLst>
            <pc:docMk/>
            <pc:sldMk cId="2173735379" sldId="261"/>
            <ac:spMk id="3" creationId="{E9696DB4-5750-5CC5-D280-4F779B1E396C}"/>
          </ac:spMkLst>
        </pc:spChg>
        <pc:graphicFrameChg chg="mod">
          <ac:chgData name="Jason Sajovic" userId="1cc889bff55a8228" providerId="LiveId" clId="{4DE00E38-F02F-4C6B-920B-751FC5AE9438}" dt="2026-03-22T10:34:18.364" v="15" actId="478"/>
          <ac:graphicFrameMkLst>
            <pc:docMk/>
            <pc:sldMk cId="2173735379" sldId="261"/>
            <ac:graphicFrameMk id="6" creationId="{8318E76F-4576-0A31-D152-A2CE9F20347C}"/>
          </ac:graphicFrameMkLst>
        </pc:graphicFrameChg>
        <pc:picChg chg="add mod modCrop">
          <ac:chgData name="Jason Sajovic" userId="1cc889bff55a8228" providerId="LiveId" clId="{4DE00E38-F02F-4C6B-920B-751FC5AE9438}" dt="2026-03-22T10:34:44.546" v="19" actId="1076"/>
          <ac:picMkLst>
            <pc:docMk/>
            <pc:sldMk cId="2173735379" sldId="261"/>
            <ac:picMk id="7" creationId="{4B2B4173-09CA-1F11-04DA-1C8D7209547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DE1CA-25A3-4626-8323-8AA05FAEB59F}" type="doc">
      <dgm:prSet loTypeId="urn:microsoft.com/office/officeart/2005/8/layout/hList6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F2C30CB-E015-406C-B2E6-E31DA278BF6E}" type="pres">
      <dgm:prSet presAssocID="{877DE1CA-25A3-4626-8323-8AA05FAEB59F}" presName="Name0" presStyleCnt="0">
        <dgm:presLayoutVars>
          <dgm:dir/>
          <dgm:resizeHandles val="exact"/>
        </dgm:presLayoutVars>
      </dgm:prSet>
      <dgm:spPr/>
    </dgm:pt>
  </dgm:ptLst>
  <dgm:cxnLst>
    <dgm:cxn modelId="{6C34E2D1-8333-4AE4-B815-93F7FF53D87D}" type="presOf" srcId="{877DE1CA-25A3-4626-8323-8AA05FAEB59F}" destId="{DF2C30CB-E015-406C-B2E6-E31DA278BF6E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58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28C5E49-9438-52C9-E171-961E6CB12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Team 2 </a:t>
            </a:r>
          </a:p>
          <a:p>
            <a:r>
              <a:rPr lang="en-GB" dirty="0"/>
              <a:t>Isaac Davila-Mendez, Adem </a:t>
            </a:r>
            <a:r>
              <a:rPr lang="en-GB" dirty="0" err="1"/>
              <a:t>Kheribi</a:t>
            </a:r>
            <a:r>
              <a:rPr lang="en-GB" dirty="0"/>
              <a:t>, Jason Sajovic, Elias Spreitzer, Paul Traxler</a:t>
            </a:r>
            <a:endParaRPr lang="LID4096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C1B4B-B449-C9D6-9124-6F6E7918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Transcriber</a:t>
            </a:r>
            <a:endParaRPr lang="LID4096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2CE3511-5C8F-C1A4-3A22-6EAC84153D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6C659D-7DBB-08C4-BDD3-CF6C44FEE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474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FE88-78A0-DD2F-9845-9FEFA537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Zielsetzung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24BD-B464-1488-7619-DF255753F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Upload </a:t>
            </a:r>
            <a:r>
              <a:rPr lang="en-GB" dirty="0" err="1"/>
              <a:t>einer</a:t>
            </a:r>
            <a:r>
              <a:rPr lang="en-GB" dirty="0"/>
              <a:t> Audio-</a:t>
            </a:r>
            <a:r>
              <a:rPr lang="en-GB" dirty="0" err="1"/>
              <a:t>Datei</a:t>
            </a:r>
            <a:r>
              <a:rPr lang="en-GB" dirty="0"/>
              <a:t> &amp; </a:t>
            </a:r>
            <a:r>
              <a:rPr lang="en-GB" dirty="0" err="1"/>
              <a:t>Zielangabe</a:t>
            </a:r>
            <a:r>
              <a:rPr lang="en-GB" dirty="0"/>
              <a:t> </a:t>
            </a:r>
            <a:r>
              <a:rPr lang="en-GB" dirty="0" err="1"/>
              <a:t>mittels</a:t>
            </a:r>
            <a:r>
              <a:rPr lang="en-GB" dirty="0"/>
              <a:t> Dropdown:</a:t>
            </a:r>
          </a:p>
          <a:p>
            <a:pPr lvl="1"/>
            <a:r>
              <a:rPr lang="en-GB" dirty="0" err="1"/>
              <a:t>Transkribieren</a:t>
            </a:r>
            <a:endParaRPr lang="en-GB" dirty="0"/>
          </a:p>
          <a:p>
            <a:pPr lvl="1"/>
            <a:r>
              <a:rPr lang="en-GB" dirty="0" err="1"/>
              <a:t>Zusammenfassung</a:t>
            </a:r>
            <a:r>
              <a:rPr lang="en-GB" dirty="0"/>
              <a:t> </a:t>
            </a:r>
            <a:r>
              <a:rPr lang="en-GB" dirty="0" err="1"/>
              <a:t>erstellen</a:t>
            </a:r>
            <a:endParaRPr lang="en-GB" dirty="0"/>
          </a:p>
          <a:p>
            <a:pPr lvl="1"/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Gesprächspunkte</a:t>
            </a:r>
            <a:r>
              <a:rPr lang="en-GB" dirty="0"/>
              <a:t> </a:t>
            </a:r>
            <a:r>
              <a:rPr lang="en-GB" dirty="0" err="1"/>
              <a:t>identifizieren</a:t>
            </a:r>
            <a:endParaRPr lang="en-GB" dirty="0"/>
          </a:p>
          <a:p>
            <a:pPr lvl="1"/>
            <a:r>
              <a:rPr lang="en-GB" dirty="0"/>
              <a:t>…</a:t>
            </a:r>
          </a:p>
          <a:p>
            <a:endParaRPr lang="en-GB" dirty="0"/>
          </a:p>
          <a:p>
            <a:r>
              <a:rPr lang="en-GB" dirty="0" err="1"/>
              <a:t>Entwicklung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Webapp </a:t>
            </a:r>
            <a:r>
              <a:rPr lang="en-GB" dirty="0" err="1"/>
              <a:t>mittels</a:t>
            </a:r>
            <a:r>
              <a:rPr lang="en-GB" dirty="0"/>
              <a:t> Python, um Audio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intelligenten</a:t>
            </a:r>
            <a:r>
              <a:rPr lang="en-GB" dirty="0"/>
              <a:t>, </a:t>
            </a:r>
            <a:r>
              <a:rPr lang="en-GB" dirty="0" err="1"/>
              <a:t>formatierten</a:t>
            </a:r>
            <a:r>
              <a:rPr lang="en-GB" dirty="0"/>
              <a:t> Output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transformieren</a:t>
            </a:r>
            <a:endParaRPr lang="en-GB" dirty="0"/>
          </a:p>
          <a:p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03004-6CA0-96BA-8E30-7C0A15974DE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973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C24D-A92C-A00C-D38A-3DC023A5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Architekturkonzept</a:t>
            </a:r>
            <a:endParaRPr lang="LID4096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318E76F-4576-0A31-D152-A2CE9F203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955920"/>
              </p:ext>
            </p:extLst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E9E88-E5AB-FB51-AB96-628FB3C0D47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B4173-09CA-1F11-04DA-1C8D720954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20" b="40276"/>
          <a:stretch>
            <a:fillRect/>
          </a:stretch>
        </p:blipFill>
        <p:spPr>
          <a:xfrm>
            <a:off x="73181" y="2317305"/>
            <a:ext cx="11952086" cy="222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3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6A63-138E-29FF-0475-C69A5BCE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Input/</a:t>
            </a:r>
            <a:r>
              <a:rPr lang="en-GB" dirty="0" err="1"/>
              <a:t>Streamlit</a:t>
            </a:r>
            <a:r>
              <a:rPr lang="en-GB" dirty="0"/>
              <a:t> UI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4628-3B8B-67C2-A3E6-6A9C0643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Hochladen</a:t>
            </a:r>
            <a:r>
              <a:rPr lang="en-GB" dirty="0"/>
              <a:t> von </a:t>
            </a:r>
            <a:r>
              <a:rPr lang="en-GB" dirty="0" err="1"/>
              <a:t>Audiofiles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Auswahl</a:t>
            </a:r>
            <a:r>
              <a:rPr lang="en-GB" dirty="0"/>
              <a:t> von </a:t>
            </a:r>
            <a:r>
              <a:rPr lang="en-GB" dirty="0" err="1"/>
              <a:t>vordefinierten</a:t>
            </a:r>
            <a:r>
              <a:rPr lang="en-GB" dirty="0"/>
              <a:t> </a:t>
            </a:r>
            <a:r>
              <a:rPr lang="en-GB" dirty="0" err="1"/>
              <a:t>Optionen</a:t>
            </a:r>
            <a:endParaRPr lang="en-GB" dirty="0"/>
          </a:p>
          <a:p>
            <a:endParaRPr lang="en-GB" dirty="0"/>
          </a:p>
          <a:p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0B17F-0223-06E6-4980-7EA3B4C38AE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C7144-382B-2F71-FFE7-AA0B1F85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43" y="3347129"/>
            <a:ext cx="11115914" cy="188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51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14FF-452A-42E2-8D58-511AB8CA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Groq</a:t>
            </a:r>
            <a:r>
              <a:rPr lang="en-GB" dirty="0"/>
              <a:t> AI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F986-A950-9B70-A668-1F76968FC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Verschiedene</a:t>
            </a:r>
            <a:r>
              <a:rPr lang="en-GB" dirty="0"/>
              <a:t>, </a:t>
            </a:r>
            <a:r>
              <a:rPr lang="en-GB" dirty="0" err="1"/>
              <a:t>relevante</a:t>
            </a:r>
            <a:r>
              <a:rPr lang="en-GB" dirty="0"/>
              <a:t> Modelle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“One-Stop-Shop”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Großzügige Limits </a:t>
            </a:r>
            <a:r>
              <a:rPr lang="en-GB" dirty="0" err="1"/>
              <a:t>im</a:t>
            </a:r>
            <a:r>
              <a:rPr lang="en-GB" dirty="0"/>
              <a:t> Free Tier</a:t>
            </a:r>
          </a:p>
          <a:p>
            <a:pPr lvl="1"/>
            <a:r>
              <a:rPr lang="en-GB" dirty="0"/>
              <a:t>20 Requests/Min für Whisper-Large</a:t>
            </a:r>
          </a:p>
          <a:p>
            <a:pPr lvl="1"/>
            <a:r>
              <a:rPr lang="en-GB" dirty="0"/>
              <a:t>30 Requests/12k Tokens/Min für Llama 3.3 70b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789EE-FA33-B196-E7E7-124F104497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5D437-752D-E337-CBAF-C94D866A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754" y="1069938"/>
            <a:ext cx="6558621" cy="374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6593-A2B5-1E49-F9F6-DA7BA0EE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Supabase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EC9DF-0BB9-F851-7E80-37B7D8557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Postgres </a:t>
            </a:r>
            <a:r>
              <a:rPr lang="en-GB" dirty="0" err="1"/>
              <a:t>Datenbank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simpler API</a:t>
            </a:r>
          </a:p>
          <a:p>
            <a:endParaRPr lang="en-GB" dirty="0"/>
          </a:p>
          <a:p>
            <a:r>
              <a:rPr lang="en-GB" dirty="0"/>
              <a:t>Python-Library, die </a:t>
            </a:r>
            <a:r>
              <a:rPr lang="en-GB" dirty="0" err="1"/>
              <a:t>wenig</a:t>
            </a:r>
            <a:r>
              <a:rPr lang="en-GB" dirty="0"/>
              <a:t> </a:t>
            </a:r>
            <a:r>
              <a:rPr lang="en-GB" dirty="0" err="1"/>
              <a:t>Konfiguration</a:t>
            </a:r>
            <a:r>
              <a:rPr lang="en-GB" dirty="0"/>
              <a:t> </a:t>
            </a:r>
            <a:r>
              <a:rPr lang="en-GB" dirty="0" err="1"/>
              <a:t>erfordert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Kostenlos</a:t>
            </a:r>
            <a:r>
              <a:rPr lang="en-GB" dirty="0"/>
              <a:t>!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17417-64F3-29E7-6F63-2E4220A945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65D2D-8502-2CB9-7ED0-BCBCA448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171" y="575031"/>
            <a:ext cx="2647488" cy="55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399E-0607-657C-5D86-5476DD99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0B75-679B-842A-2A93-EAB24C422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Aufbauen</a:t>
            </a:r>
            <a:r>
              <a:rPr lang="en-GB" dirty="0"/>
              <a:t>/</a:t>
            </a:r>
            <a:r>
              <a:rPr lang="en-GB" dirty="0" err="1"/>
              <a:t>Fertigstellen</a:t>
            </a:r>
            <a:r>
              <a:rPr lang="en-GB" dirty="0"/>
              <a:t> der Pipeline</a:t>
            </a:r>
          </a:p>
          <a:p>
            <a:endParaRPr lang="en-GB" dirty="0"/>
          </a:p>
          <a:p>
            <a:r>
              <a:rPr lang="en-GB" dirty="0"/>
              <a:t>Testen in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Sprachen</a:t>
            </a:r>
            <a:r>
              <a:rPr lang="en-GB" dirty="0"/>
              <a:t> / </a:t>
            </a:r>
            <a:r>
              <a:rPr lang="en-GB" dirty="0" err="1"/>
              <a:t>Audioqualitäten</a:t>
            </a:r>
            <a:r>
              <a:rPr lang="en-GB" dirty="0"/>
              <a:t> / </a:t>
            </a:r>
            <a:r>
              <a:rPr lang="en-GB"/>
              <a:t>Sprachqualitäten</a:t>
            </a:r>
            <a:endParaRPr lang="en-GB" dirty="0"/>
          </a:p>
          <a:p>
            <a:endParaRPr lang="en-GB" dirty="0"/>
          </a:p>
          <a:p>
            <a:r>
              <a:rPr lang="en-GB" dirty="0"/>
              <a:t>Speaker </a:t>
            </a:r>
            <a:r>
              <a:rPr lang="en-GB" dirty="0" err="1"/>
              <a:t>Diarization</a:t>
            </a:r>
            <a:r>
              <a:rPr lang="en-GB" dirty="0"/>
              <a:t> </a:t>
            </a:r>
            <a:r>
              <a:rPr lang="en-GB" dirty="0" err="1"/>
              <a:t>mittels</a:t>
            </a:r>
            <a:r>
              <a:rPr lang="en-GB" dirty="0"/>
              <a:t> </a:t>
            </a:r>
            <a:r>
              <a:rPr lang="en-GB" dirty="0" err="1"/>
              <a:t>pyannote</a:t>
            </a:r>
            <a:r>
              <a:rPr lang="en-GB" dirty="0"/>
              <a:t>/speaker-</a:t>
            </a:r>
            <a:r>
              <a:rPr lang="en-GB" dirty="0" err="1"/>
              <a:t>diarization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</a:t>
            </a:r>
            <a:r>
              <a:rPr lang="en-GB" dirty="0" err="1"/>
              <a:t>Huggingface</a:t>
            </a:r>
            <a:endParaRPr lang="en-GB" dirty="0"/>
          </a:p>
          <a:p>
            <a:endParaRPr lang="en-GB" dirty="0"/>
          </a:p>
          <a:p>
            <a:r>
              <a:rPr lang="en-GB" dirty="0"/>
              <a:t>Refinement und </a:t>
            </a:r>
            <a:r>
              <a:rPr lang="en-GB" dirty="0" err="1"/>
              <a:t>weitere</a:t>
            </a:r>
            <a:r>
              <a:rPr lang="en-GB" dirty="0"/>
              <a:t> Features falls </a:t>
            </a:r>
            <a:r>
              <a:rPr lang="en-GB" dirty="0" err="1"/>
              <a:t>erforderlich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4AAC0-90A2-7CAE-F2AC-EC17770ED6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279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JKU_Praesentation_DE_16_9_2020_01_1_</Template>
  <TotalTime>1267</TotalTime>
  <Words>136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Wingdings</vt:lpstr>
      <vt:lpstr>Wingdings 2</vt:lpstr>
      <vt:lpstr>Office</vt:lpstr>
      <vt:lpstr>PowerPoint Presentation</vt:lpstr>
      <vt:lpstr>Transcriber</vt:lpstr>
      <vt:lpstr>Zielsetzung</vt:lpstr>
      <vt:lpstr>Architekturkonzept</vt:lpstr>
      <vt:lpstr>User Input/Streamlit UI</vt:lpstr>
      <vt:lpstr>Groq AI</vt:lpstr>
      <vt:lpstr>Supabase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Sajovic</dc:creator>
  <cp:lastModifiedBy>Jason Sajovic</cp:lastModifiedBy>
  <cp:revision>1</cp:revision>
  <cp:lastPrinted>2015-10-19T12:36:16Z</cp:lastPrinted>
  <dcterms:created xsi:type="dcterms:W3CDTF">2026-03-21T13:22:23Z</dcterms:created>
  <dcterms:modified xsi:type="dcterms:W3CDTF">2026-03-22T10:35:40Z</dcterms:modified>
</cp:coreProperties>
</file>